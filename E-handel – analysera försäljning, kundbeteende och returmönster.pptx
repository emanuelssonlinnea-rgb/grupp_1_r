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62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3EB0C8-33FE-475B-BB60-F1A76822B3EB}" type="datetimeFigureOut">
              <a:rPr lang="en-SE" smtClean="0"/>
              <a:t>2026-04-02</a:t>
            </a:fld>
            <a:endParaRPr lang="en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67557-9E5E-4E9C-8FE9-930676644887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113405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67557-9E5E-4E9C-8FE9-930676644887}" type="slidenum">
              <a:rPr lang="en-SE" smtClean="0"/>
              <a:t>9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9258997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F1BE9-B7DA-0C66-C194-439323B1F3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6C1D20-DA59-69CA-C0AB-958D0C3A6A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7B9762-F9A3-1407-9A39-B24B846DE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D5FA2-59E7-4FEE-93EC-00BA220E8D35}" type="datetimeFigureOut">
              <a:rPr lang="en-SE" smtClean="0"/>
              <a:t>2026-04-02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63DFC-7AD3-8CEB-39F4-CAAE4402D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92B85-BAA0-EAB3-0F02-F0BE29FA3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B7CFE-BBFA-405C-ADD3-29A4850B6CD2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572214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EBD9A-BE46-C059-3B54-76EB4AA9A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84EF3-4D45-BA04-F6AF-9B881B91A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03866-135E-69BF-8B91-C08121E34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D5FA2-59E7-4FEE-93EC-00BA220E8D35}" type="datetimeFigureOut">
              <a:rPr lang="en-SE" smtClean="0"/>
              <a:t>2026-04-02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670AF-5EB1-2E31-3692-0C61B9387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5E7826-16C2-3D95-7B09-743A7F811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B7CFE-BBFA-405C-ADD3-29A4850B6CD2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067099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45F03-5A6C-2C74-A705-B28A5F379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A70530-24E7-410F-5154-6B91E6933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C34EAE-AD23-9075-8B4B-60C6410A2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D5FA2-59E7-4FEE-93EC-00BA220E8D35}" type="datetimeFigureOut">
              <a:rPr lang="en-SE" smtClean="0"/>
              <a:t>2026-04-02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5744B-E76C-83A3-F920-C9E6D8601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65593-FE75-AABC-76AF-10557B697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B7CFE-BBFA-405C-ADD3-29A4850B6CD2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831884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E203C-19DF-C614-465E-F8E1273DB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89E09-DB9A-4BD6-AD37-DDB29670F6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9033AC-158B-1333-611D-64A1B1EB76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697C96-B4F8-4328-C157-DD23D4570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D5FA2-59E7-4FEE-93EC-00BA220E8D35}" type="datetimeFigureOut">
              <a:rPr lang="en-SE" smtClean="0"/>
              <a:t>2026-04-02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F95E00-B560-61F9-2334-BDCE1F471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006FFC-38A4-AE06-C035-1270E1776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B7CFE-BBFA-405C-ADD3-29A4850B6CD2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989563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40D30-00E7-2F2C-920B-176921761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FD5CC-5C1B-2158-0C95-80D729382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5EB13C-D016-5E79-C1EE-B04C03E6D4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250E97-0A88-A033-D893-194185A196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A373F6-55EA-EF2F-9722-0169166D03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D5A4D0-513B-8D2A-BBAB-A80DD4903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D5FA2-59E7-4FEE-93EC-00BA220E8D35}" type="datetimeFigureOut">
              <a:rPr lang="en-SE" smtClean="0"/>
              <a:t>2026-04-02</a:t>
            </a:fld>
            <a:endParaRPr lang="en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65CA21-CC5A-4FFB-123A-7989C77EB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6AF575-28E1-9B63-6625-6F0F7897D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B7CFE-BBFA-405C-ADD3-29A4850B6CD2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069521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6C078-E4FE-FD4E-29CF-3985B2C15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DD6607-B0F8-83F6-AD79-C08280131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D5FA2-59E7-4FEE-93EC-00BA220E8D35}" type="datetimeFigureOut">
              <a:rPr lang="en-SE" smtClean="0"/>
              <a:t>2026-04-02</a:t>
            </a:fld>
            <a:endParaRPr lang="en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B8089D-54C5-C52B-6D09-B565A50CD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AA366C-7CF8-764C-BBC1-EE37FF2F7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B7CFE-BBFA-405C-ADD3-29A4850B6CD2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603415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81131F-D27A-EC8F-5E2F-8CEB545D2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D5FA2-59E7-4FEE-93EC-00BA220E8D35}" type="datetimeFigureOut">
              <a:rPr lang="en-SE" smtClean="0"/>
              <a:t>2026-04-02</a:t>
            </a:fld>
            <a:endParaRPr lang="en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DEA953-FA90-0714-D7FB-6FF4AE9EF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E5F7DF-90D6-F9D3-2FCC-8E4E8D6DD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B7CFE-BBFA-405C-ADD3-29A4850B6CD2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389243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3276F-8ABC-BFCF-BA4A-BE40A0CAB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956BE-E712-23DE-0C01-9D39359F88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5B5E78-2290-B462-4359-1E5DC3F4FA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83F25C-91A1-0ECB-6D95-90CFF0703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D5FA2-59E7-4FEE-93EC-00BA220E8D35}" type="datetimeFigureOut">
              <a:rPr lang="en-SE" smtClean="0"/>
              <a:t>2026-04-02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023CD3-AD8F-1169-1CFD-7F0873B63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CFB452-EBFF-7BAB-EE05-51008A44A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B7CFE-BBFA-405C-ADD3-29A4850B6CD2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311476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320FA-72A4-637C-E07A-3A6CE55F3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1987C4-FD2C-5862-F6D6-5264E655A3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1946C5-2016-D3CE-1620-B5185EF99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482654-4903-10E4-8F31-9C1FBB30B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D5FA2-59E7-4FEE-93EC-00BA220E8D35}" type="datetimeFigureOut">
              <a:rPr lang="en-SE" smtClean="0"/>
              <a:t>2026-04-02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BB5678-D505-E4E2-BA11-BFB17DE92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F239EB-1012-DB56-8283-8D602D4AD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B7CFE-BBFA-405C-ADD3-29A4850B6CD2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463520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21DFE-BC1E-ED63-DFBD-3598FDE30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981B6B-B490-8B93-B4C9-71440BDFFB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E3ACE-FE50-E95E-8F57-3BC074A01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D5FA2-59E7-4FEE-93EC-00BA220E8D35}" type="datetimeFigureOut">
              <a:rPr lang="en-SE" smtClean="0"/>
              <a:t>2026-04-02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5646F-B313-AD6E-127F-EF696FD40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06171-CB77-02C1-D354-8EBE0CE39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B7CFE-BBFA-405C-ADD3-29A4850B6CD2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480953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080D7C-1AE7-CEEC-BA78-7B507EFEFA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142468-51C7-5D9F-E354-58D827AFF4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49A34-33D7-A96B-6F95-CC8B80B64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D5FA2-59E7-4FEE-93EC-00BA220E8D35}" type="datetimeFigureOut">
              <a:rPr lang="en-SE" smtClean="0"/>
              <a:t>2026-04-02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EF2D75-DDA5-3FC2-76E1-F9920D267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90F47-3F2C-53C4-900E-34DB97719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B7CFE-BBFA-405C-ADD3-29A4850B6CD2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912980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DAFDB8-EF7A-022E-D588-EACE1ABA8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2A8924-708F-43AE-5EE3-9A96916594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4048AD-5220-29A1-A08A-E82C928809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5D5FA2-59E7-4FEE-93EC-00BA220E8D35}" type="datetimeFigureOut">
              <a:rPr lang="en-SE" smtClean="0"/>
              <a:t>2026-04-02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F95621-CFBB-B531-875D-B33D206C8B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1A08D-678D-83F2-9BEC-F69B8DDF15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AB7CFE-BBFA-405C-ADD3-29A4850B6CD2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624327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43876-60DB-1970-E2BA-576113C818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sv-SE" b="1" dirty="0"/>
              <a:t>E-handel – analysera försäljning, kundbeteende och returmönster</a:t>
            </a:r>
            <a:endParaRPr lang="en-S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413D40-0BAF-4F27-0B8B-03448B67F2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Grupp 1: </a:t>
            </a:r>
          </a:p>
          <a:p>
            <a:r>
              <a:rPr lang="en-GB" dirty="0"/>
              <a:t>Victoria </a:t>
            </a:r>
            <a:r>
              <a:rPr lang="en-GB" dirty="0" err="1"/>
              <a:t>Fyrmössa</a:t>
            </a:r>
            <a:r>
              <a:rPr lang="en-GB" dirty="0"/>
              <a:t>, Linnéa Emanuelsson,</a:t>
            </a:r>
          </a:p>
          <a:p>
            <a:r>
              <a:rPr lang="en-GB" dirty="0"/>
              <a:t>Katarina </a:t>
            </a:r>
            <a:r>
              <a:rPr lang="en-GB" dirty="0" err="1"/>
              <a:t>Behamri</a:t>
            </a:r>
            <a:r>
              <a:rPr lang="en-GB" dirty="0"/>
              <a:t>, Rasmus Svensson,</a:t>
            </a:r>
          </a:p>
          <a:p>
            <a:r>
              <a:rPr lang="en-GB" dirty="0" err="1"/>
              <a:t>Ummulbanin</a:t>
            </a:r>
            <a:r>
              <a:rPr lang="en-GB" dirty="0"/>
              <a:t> </a:t>
            </a:r>
            <a:r>
              <a:rPr lang="en-GB" dirty="0" err="1"/>
              <a:t>Ummulbanin</a:t>
            </a:r>
            <a:r>
              <a:rPr lang="en-GB" dirty="0"/>
              <a:t>,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1834168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542CA-3A72-132A-DA5D-6CCF72203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1. Case och </a:t>
            </a:r>
            <a:r>
              <a:rPr lang="en-GB" dirty="0" err="1"/>
              <a:t>syfte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006D8-4517-B4BB-BAD5-772AA2E64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541411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7C98A213-5994-475E-B327-DC6EC27F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1A7289-2326-909B-1142-11295FF57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670218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2. Kort om datasetet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4B030A0D-0DAD-4A99-89BB-419527D6A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1800088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40571DF-0188-7FC2-ECDD-C76AA1A989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608" y="2855351"/>
            <a:ext cx="3758184" cy="312890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83ABCB3-3026-2829-5185-CD7E94D767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6908" y="2855351"/>
            <a:ext cx="3758184" cy="31289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C94F15A-26AB-5D2D-D1B4-173D989F31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1208" y="2855351"/>
            <a:ext cx="3758184" cy="3128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769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F2AA5-0473-0B6F-B849-174420505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3. Valda </a:t>
            </a:r>
            <a:r>
              <a:rPr lang="en-GB" dirty="0" err="1"/>
              <a:t>frågeställningar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DE63C-63D3-8C8F-8148-ADBF83DB48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sv-SE" dirty="0"/>
              <a:t>Varje grupp ska välja:</a:t>
            </a:r>
          </a:p>
          <a:p>
            <a:r>
              <a:rPr lang="sv-SE" b="1" dirty="0"/>
              <a:t>minst 2 frågeställningar</a:t>
            </a:r>
            <a:r>
              <a:rPr lang="sv-SE" dirty="0"/>
              <a:t> från listan nedan</a:t>
            </a:r>
          </a:p>
          <a:p>
            <a:r>
              <a:rPr lang="sv-SE" dirty="0"/>
              <a:t>samt formulera </a:t>
            </a:r>
            <a:r>
              <a:rPr lang="sv-SE" b="1" dirty="0"/>
              <a:t>1 egen frågeställning</a:t>
            </a:r>
            <a:endParaRPr lang="sv-SE" dirty="0"/>
          </a:p>
          <a:p>
            <a:r>
              <a:rPr lang="sv-SE" b="1" dirty="0"/>
              <a:t>Välj minst 2 av följande:</a:t>
            </a:r>
          </a:p>
          <a:p>
            <a:r>
              <a:rPr lang="sv-SE" dirty="0"/>
              <a:t>Vilka produktkategorier verkar driva högst försäljning?</a:t>
            </a:r>
          </a:p>
          <a:p>
            <a:r>
              <a:rPr lang="sv-SE" dirty="0"/>
              <a:t>Hur skiljer sig ordervärde mellan olika kundsegment?</a:t>
            </a:r>
          </a:p>
          <a:p>
            <a:r>
              <a:rPr lang="sv-SE" dirty="0"/>
              <a:t>Finns det samband mellan rabatt och ordervärde?</a:t>
            </a:r>
          </a:p>
          <a:p>
            <a:r>
              <a:rPr lang="sv-SE" dirty="0"/>
              <a:t>Hur skiljer sig returgrad mellan olika kategorier, regioner eller kundtyper?</a:t>
            </a:r>
          </a:p>
          <a:p>
            <a:r>
              <a:rPr lang="sv-SE" dirty="0"/>
              <a:t>Finns det tecken på att längre leveranstid hänger ihop med fler returer?</a:t>
            </a:r>
          </a:p>
          <a:p>
            <a:r>
              <a:rPr lang="sv-SE" dirty="0"/>
              <a:t>Vilka skillnader finns mellan olika betalningsmetoder eller kampanjkällor?</a:t>
            </a:r>
          </a:p>
          <a:p>
            <a:r>
              <a:rPr lang="sv-SE" b="1" dirty="0"/>
              <a:t>Egen frågeställning</a:t>
            </a:r>
          </a:p>
          <a:p>
            <a:r>
              <a:rPr lang="sv-SE" dirty="0"/>
              <a:t>Den egna frågeställningen ska:</a:t>
            </a:r>
          </a:p>
          <a:p>
            <a:r>
              <a:rPr lang="sv-SE" dirty="0"/>
              <a:t>vara relevant för caset</a:t>
            </a:r>
          </a:p>
          <a:p>
            <a:r>
              <a:rPr lang="sv-SE" dirty="0"/>
              <a:t>gå att undersöka med datat</a:t>
            </a:r>
          </a:p>
          <a:p>
            <a:r>
              <a:rPr lang="sv-SE" dirty="0"/>
              <a:t>innehålla en tydlig analysidé</a:t>
            </a:r>
          </a:p>
          <a:p>
            <a:r>
              <a:rPr lang="sv-SE" dirty="0"/>
              <a:t>Ni ska kunna motivera varför era valda frågor är intressanta för företaget.</a:t>
            </a:r>
          </a:p>
          <a:p>
            <a:pPr marL="0" indent="0">
              <a:buNone/>
            </a:pP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254095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9DAE2-AC4B-1A77-F1B4-1A04C5EB5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4. </a:t>
            </a:r>
            <a:r>
              <a:rPr lang="en-GB" dirty="0" err="1"/>
              <a:t>Datastädning</a:t>
            </a:r>
            <a:r>
              <a:rPr lang="en-GB" dirty="0"/>
              <a:t> och </a:t>
            </a:r>
            <a:r>
              <a:rPr lang="en-GB" dirty="0" err="1"/>
              <a:t>förberedelse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597C1-16F3-BEE3-A160-A43B0C79A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071211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A76EF-7EAD-AAA4-59AA-06D116FC2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5. </a:t>
            </a:r>
            <a:r>
              <a:rPr lang="en-GB" dirty="0" err="1"/>
              <a:t>Viktiga</a:t>
            </a:r>
            <a:r>
              <a:rPr lang="en-GB" dirty="0"/>
              <a:t> </a:t>
            </a:r>
            <a:r>
              <a:rPr lang="en-GB" dirty="0" err="1"/>
              <a:t>resultat</a:t>
            </a:r>
            <a:r>
              <a:rPr lang="en-GB" dirty="0"/>
              <a:t> </a:t>
            </a:r>
            <a:r>
              <a:rPr lang="en-GB" dirty="0" err="1"/>
              <a:t>från</a:t>
            </a:r>
            <a:r>
              <a:rPr lang="en-GB" dirty="0"/>
              <a:t> </a:t>
            </a:r>
            <a:r>
              <a:rPr lang="en-GB" dirty="0" err="1"/>
              <a:t>analysen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CEB8D-379F-CA52-5BC0-4AA8309B22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060543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EAA65-9722-EC60-4C58-7B20CC723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6. </a:t>
            </a:r>
            <a:r>
              <a:rPr lang="en-GB" dirty="0" err="1"/>
              <a:t>Minst</a:t>
            </a:r>
            <a:r>
              <a:rPr lang="en-GB" dirty="0"/>
              <a:t> 2 </a:t>
            </a:r>
            <a:r>
              <a:rPr lang="en-GB" dirty="0" err="1"/>
              <a:t>visualiseringar</a:t>
            </a:r>
            <a:r>
              <a:rPr lang="en-GB" dirty="0"/>
              <a:t> med </a:t>
            </a:r>
            <a:r>
              <a:rPr lang="en-GB" dirty="0" err="1"/>
              <a:t>kort</a:t>
            </a:r>
            <a:r>
              <a:rPr lang="en-GB" dirty="0"/>
              <a:t> </a:t>
            </a:r>
            <a:r>
              <a:rPr lang="en-GB" dirty="0" err="1"/>
              <a:t>tolkning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3CFC6-5E63-8446-2659-FBE44EA5E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3910435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FC1DD-4380-E5A5-8542-13B1083C8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7. </a:t>
            </a:r>
            <a:r>
              <a:rPr lang="en-GB" dirty="0" err="1"/>
              <a:t>Slutsatser</a:t>
            </a:r>
            <a:r>
              <a:rPr lang="en-GB" dirty="0"/>
              <a:t> och </a:t>
            </a:r>
            <a:r>
              <a:rPr lang="en-GB" dirty="0" err="1"/>
              <a:t>rekommendationer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CD5DF-1F53-A65C-FB9A-3D3535C09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95346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2645D-9747-7B17-C051-9199C96AF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9. </a:t>
            </a:r>
            <a:r>
              <a:rPr lang="en-GB" dirty="0" err="1"/>
              <a:t>Begränsningar</a:t>
            </a:r>
            <a:r>
              <a:rPr lang="en-GB" dirty="0"/>
              <a:t> och </a:t>
            </a:r>
            <a:r>
              <a:rPr lang="en-GB" dirty="0" err="1"/>
              <a:t>nästa</a:t>
            </a:r>
            <a:r>
              <a:rPr lang="en-GB" dirty="0"/>
              <a:t> steg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0447F-0150-99AD-A7DD-B396D82FB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043294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183</Words>
  <Application>Microsoft Office PowerPoint</Application>
  <PresentationFormat>Widescreen</PresentationFormat>
  <Paragraphs>30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E-handel – analysera försäljning, kundbeteende och returmönster</vt:lpstr>
      <vt:lpstr>1. Case och syfte</vt:lpstr>
      <vt:lpstr>2. Kort om datasetet</vt:lpstr>
      <vt:lpstr>3. Valda frågeställningar</vt:lpstr>
      <vt:lpstr>4. Datastädning och förberedelse</vt:lpstr>
      <vt:lpstr>5. Viktiga resultat från analysen</vt:lpstr>
      <vt:lpstr>6. Minst 2 visualiseringar med kort tolkning</vt:lpstr>
      <vt:lpstr>7. Slutsatser och rekommendationer</vt:lpstr>
      <vt:lpstr>9. Begränsningar och nästa steg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Linnéa Moreira Emanuelsson</dc:creator>
  <cp:lastModifiedBy>Linnéa Moreira Emanuelsson</cp:lastModifiedBy>
  <cp:revision>6</cp:revision>
  <dcterms:created xsi:type="dcterms:W3CDTF">2026-04-02T07:30:54Z</dcterms:created>
  <dcterms:modified xsi:type="dcterms:W3CDTF">2026-04-02T10:47:29Z</dcterms:modified>
</cp:coreProperties>
</file>